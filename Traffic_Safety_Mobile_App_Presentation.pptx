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7" r:id="rId13"/>
    <p:sldId id="265" r:id="rId14"/>
    <p:sldId id="271" r:id="rId15"/>
    <p:sldId id="273" r:id="rId16"/>
    <p:sldId id="272" r:id="rId17"/>
    <p:sldId id="270" r:id="rId18"/>
    <p:sldId id="274" r:id="rId19"/>
    <p:sldId id="275" r:id="rId20"/>
    <p:sldId id="276" r:id="rId21"/>
    <p:sldId id="277" r:id="rId22"/>
    <p:sldId id="278" r:id="rId23"/>
    <p:sldId id="269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770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09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764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93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20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31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516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035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207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8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6846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846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8446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1298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246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00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652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2232212"/>
            <a:ext cx="6553201" cy="1658470"/>
          </a:xfrm>
        </p:spPr>
        <p:txBody>
          <a:bodyPr>
            <a:noAutofit/>
          </a:bodyPr>
          <a:lstStyle/>
          <a:p>
            <a:r>
              <a:rPr sz="4800" dirty="0"/>
              <a:t>Traffic Safety Mobile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5002306"/>
            <a:ext cx="6347714" cy="1039057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Name:Ali</a:t>
            </a:r>
            <a:r>
              <a:rPr lang="en-US" dirty="0"/>
              <a:t> Osman Mahmoud</a:t>
            </a:r>
          </a:p>
          <a:p>
            <a:pPr marL="0" indent="0">
              <a:buNone/>
            </a:pPr>
            <a:r>
              <a:rPr lang="en-US" dirty="0"/>
              <a:t>ID: 241005798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Digitizes the full lifecycle of a traffic incident</a:t>
            </a:r>
          </a:p>
          <a:p>
            <a:r>
              <a:t>From reporting → police assessment → emergency dispatch → resolution</a:t>
            </a:r>
          </a:p>
          <a:p>
            <a:r>
              <a:t>Replaces slow phone-based reporting with a fast, GPS-based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Users &amp; Roles: Driver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Reports accidents/hazards with forms and media</a:t>
            </a:r>
          </a:p>
          <a:p>
            <a:r>
              <a:t>One-tap SOS with live GPS location</a:t>
            </a:r>
          </a:p>
          <a:p>
            <a:r>
              <a:t>Live traffic alerts and navigation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Users &amp; Roles: Police Officer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Real-time incident alerts</a:t>
            </a:r>
          </a:p>
          <a:p>
            <a:r>
              <a:t>Review incident details (location, media, type)</a:t>
            </a:r>
          </a:p>
          <a:p>
            <a:r>
              <a:t>Dispatch emergency services or issue e-fines</a:t>
            </a:r>
          </a:p>
          <a:p>
            <a:r>
              <a:t>Send traffic alerts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Users &amp; Roles: Emergency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Receive dispatch with GPS location</a:t>
            </a:r>
          </a:p>
          <a:p>
            <a:r>
              <a:t>In-app routing to incident scene</a:t>
            </a:r>
          </a:p>
          <a:p>
            <a:r>
              <a:t>Request road clearance</a:t>
            </a:r>
          </a:p>
          <a:p>
            <a:r>
              <a:t>Status tracking (In Progress → Resolved)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Users &amp; Roles: Administrator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User management</a:t>
            </a:r>
          </a:p>
          <a:p>
            <a:r>
              <a:t>Configure alert rules</a:t>
            </a:r>
          </a:p>
          <a:p>
            <a:r>
              <a:t>Monitor analytics (incidents, response time, fines)</a:t>
            </a:r>
          </a:p>
          <a:p>
            <a:r>
              <a:t>Generate safety reports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r>
              <a:t>Real-time incident reporting (GPS + media)</a:t>
            </a:r>
          </a:p>
          <a:p>
            <a:r>
              <a:t>One-tap SOS alerts</a:t>
            </a:r>
          </a:p>
          <a:p>
            <a:r>
              <a:t>Live traffic incident map</a:t>
            </a:r>
          </a:p>
          <a:p>
            <a:r>
              <a:t>Role-based instant notifications</a:t>
            </a:r>
          </a:p>
          <a:p>
            <a:r>
              <a:t>Manual police severity decision</a:t>
            </a:r>
          </a:p>
          <a:p>
            <a:r>
              <a:t>In-app navigation with hazard overlays</a:t>
            </a:r>
          </a:p>
          <a:p>
            <a:r>
              <a:t>Electronic fines system</a:t>
            </a:r>
          </a:p>
          <a:p>
            <a:r>
              <a:t>Incident tracking &amp; Admin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r>
              <a:t>Cross-platform (Flutter / React Native)</a:t>
            </a:r>
          </a:p>
          <a:p>
            <a:r>
              <a:t>GPS accuracy up to ~10 meters</a:t>
            </a:r>
          </a:p>
          <a:p>
            <a:r>
              <a:t>Firebase push notifications (&lt;10s delay)</a:t>
            </a:r>
          </a:p>
          <a:p>
            <a:r>
              <a:t>Secure authentication (JWT + bcrypt)</a:t>
            </a:r>
          </a:p>
          <a:p>
            <a:r>
              <a:t>HTTPS encrypted (TLS 1.2+)</a:t>
            </a:r>
          </a:p>
          <a:p>
            <a:r>
              <a:t>Cloud backend (500+ users support)</a:t>
            </a:r>
          </a:p>
          <a:p>
            <a:r>
              <a:t>Arabic + English (Full RTL support)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Speeds up emergency response</a:t>
            </a:r>
          </a:p>
          <a:p>
            <a:r>
              <a:t>Improves coordination between authorities</a:t>
            </a:r>
          </a:p>
          <a:p>
            <a:r>
              <a:t>Structured, real-time data</a:t>
            </a:r>
          </a:p>
          <a:p>
            <a:r>
              <a:t>Turns smartphones into a safety network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71718"/>
            <a:ext cx="6347714" cy="627529"/>
          </a:xfrm>
        </p:spPr>
        <p:txBody>
          <a:bodyPr>
            <a:normAutofit fontScale="90000"/>
          </a:bodyPr>
          <a:lstStyle/>
          <a:p>
            <a:r>
              <a:rPr dirty="0"/>
              <a:t>Driver Activity Diagram</a:t>
            </a:r>
          </a:p>
        </p:txBody>
      </p:sp>
      <p:pic>
        <p:nvPicPr>
          <p:cNvPr id="3" name="Picture 2" descr="Driver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240" y="833719"/>
            <a:ext cx="3756213" cy="57866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776" y="50800"/>
            <a:ext cx="5666396" cy="1069788"/>
          </a:xfrm>
        </p:spPr>
        <p:txBody>
          <a:bodyPr>
            <a:normAutofit fontScale="90000"/>
          </a:bodyPr>
          <a:lstStyle/>
          <a:p>
            <a:r>
              <a:rPr dirty="0"/>
              <a:t>Police Officer Activity Diagram</a:t>
            </a:r>
          </a:p>
        </p:txBody>
      </p:sp>
      <p:pic>
        <p:nvPicPr>
          <p:cNvPr id="3" name="Picture 2" descr="PoliceOfficer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844" y="1120588"/>
            <a:ext cx="3236259" cy="56866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081" y="74706"/>
            <a:ext cx="6347714" cy="1270000"/>
          </a:xfrm>
        </p:spPr>
        <p:txBody>
          <a:bodyPr>
            <a:normAutofit/>
          </a:bodyPr>
          <a:lstStyle/>
          <a:p>
            <a:r>
              <a:rPr dirty="0"/>
              <a:t>Emergency Services Activity Diagram</a:t>
            </a:r>
          </a:p>
        </p:txBody>
      </p:sp>
      <p:pic>
        <p:nvPicPr>
          <p:cNvPr id="3" name="Picture 2" descr="EmergencyServices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811" y="1344706"/>
            <a:ext cx="3137647" cy="530710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0"/>
            <a:ext cx="4661648" cy="1219200"/>
          </a:xfrm>
        </p:spPr>
        <p:txBody>
          <a:bodyPr/>
          <a:lstStyle/>
          <a:p>
            <a:r>
              <a:rPr dirty="0"/>
              <a:t>Administrator Activity Diagram</a:t>
            </a:r>
          </a:p>
        </p:txBody>
      </p:sp>
      <p:pic>
        <p:nvPicPr>
          <p:cNvPr id="3" name="Picture 2" descr="Administrator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77" y="1219201"/>
            <a:ext cx="7046258" cy="55581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Driver Use Case</a:t>
            </a:r>
          </a:p>
        </p:txBody>
      </p:sp>
      <p:pic>
        <p:nvPicPr>
          <p:cNvPr id="3" name="Picture 2" descr="Driver_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82929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Police Use Case</a:t>
            </a:r>
          </a:p>
        </p:txBody>
      </p:sp>
      <p:pic>
        <p:nvPicPr>
          <p:cNvPr id="3" name="Picture 2" descr="Police_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55097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Emergency Service Use Case</a:t>
            </a:r>
          </a:p>
        </p:txBody>
      </p:sp>
      <p:pic>
        <p:nvPicPr>
          <p:cNvPr id="3" name="Picture 2" descr="Emergency_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058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Use Case</a:t>
            </a:r>
          </a:p>
        </p:txBody>
      </p:sp>
      <p:pic>
        <p:nvPicPr>
          <p:cNvPr id="3" name="Picture 2" descr="Admin_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7091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Hacker Misuse Case</a:t>
            </a:r>
          </a:p>
        </p:txBody>
      </p:sp>
      <p:pic>
        <p:nvPicPr>
          <p:cNvPr id="3" name="Picture 2" descr="Hacker_Mis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523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Malicious Driver Misuse Case</a:t>
            </a:r>
          </a:p>
        </p:txBody>
      </p:sp>
      <p:pic>
        <p:nvPicPr>
          <p:cNvPr id="3" name="Picture 2" descr="MaliciousDriver_Mis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36132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858" y="79829"/>
            <a:ext cx="6069107" cy="969042"/>
          </a:xfrm>
        </p:spPr>
        <p:txBody>
          <a:bodyPr>
            <a:normAutofit fontScale="90000"/>
          </a:bodyPr>
          <a:lstStyle/>
          <a:p>
            <a:r>
              <a:rPr dirty="0"/>
              <a:t>Unauthorized User Misuse Case</a:t>
            </a:r>
          </a:p>
        </p:txBody>
      </p:sp>
      <p:pic>
        <p:nvPicPr>
          <p:cNvPr id="3" name="Picture 2" descr="UnauthorizedUser_Mis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48872"/>
            <a:ext cx="6714565" cy="463475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206188"/>
            <a:ext cx="6347714" cy="1201271"/>
          </a:xfrm>
        </p:spPr>
        <p:txBody>
          <a:bodyPr/>
          <a:lstStyle/>
          <a:p>
            <a:r>
              <a:rPr dirty="0"/>
              <a:t>Report Incident Sequence Diagram</a:t>
            </a:r>
          </a:p>
        </p:txBody>
      </p:sp>
      <p:pic>
        <p:nvPicPr>
          <p:cNvPr id="3" name="Picture 2" descr="Simplified_Report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18" y="1659685"/>
            <a:ext cx="7315200" cy="499212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234298"/>
            <a:ext cx="6347714" cy="769750"/>
          </a:xfrm>
        </p:spPr>
        <p:txBody>
          <a:bodyPr>
            <a:normAutofit fontScale="90000"/>
          </a:bodyPr>
          <a:lstStyle/>
          <a:p>
            <a:r>
              <a:rPr dirty="0"/>
              <a:t>Assess &amp; Dispatch Sequence Diagram</a:t>
            </a:r>
          </a:p>
        </p:txBody>
      </p:sp>
      <p:pic>
        <p:nvPicPr>
          <p:cNvPr id="3" name="Picture 2" descr="Simplified_Assess_Dispatch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30" y="1458819"/>
            <a:ext cx="6893858" cy="506627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799" y="98612"/>
            <a:ext cx="3496236" cy="1108635"/>
          </a:xfrm>
        </p:spPr>
        <p:txBody>
          <a:bodyPr/>
          <a:lstStyle/>
          <a:p>
            <a:r>
              <a:rPr dirty="0"/>
              <a:t>Class Diagram</a:t>
            </a:r>
          </a:p>
        </p:txBody>
      </p:sp>
      <p:pic>
        <p:nvPicPr>
          <p:cNvPr id="3" name="Picture 2" descr="Simplified_Traffic_Safety_Class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8" y="932330"/>
            <a:ext cx="8964706" cy="56567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</TotalTime>
  <Words>301</Words>
  <Application>Microsoft Office PowerPoint</Application>
  <PresentationFormat>On-screen Show (4:3)</PresentationFormat>
  <Paragraphs>70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Trebuchet MS</vt:lpstr>
      <vt:lpstr>Wingdings 3</vt:lpstr>
      <vt:lpstr>Facet</vt:lpstr>
      <vt:lpstr>Traffic Safety Mobile Application</vt:lpstr>
      <vt:lpstr>Core Idea</vt:lpstr>
      <vt:lpstr>Users &amp; Roles: Driver</vt:lpstr>
      <vt:lpstr>Users &amp; Roles: Police Officer</vt:lpstr>
      <vt:lpstr>Users &amp; Roles: Emergency Services</vt:lpstr>
      <vt:lpstr>Users &amp; Roles: Administrator</vt:lpstr>
      <vt:lpstr>Key Features</vt:lpstr>
      <vt:lpstr>Technical Highlights</vt:lpstr>
      <vt:lpstr>Importance</vt:lpstr>
      <vt:lpstr>Driver Activity Diagram</vt:lpstr>
      <vt:lpstr>Police Officer Activity Diagram</vt:lpstr>
      <vt:lpstr>Emergency Services Activity Diagram</vt:lpstr>
      <vt:lpstr>Administrator Activity Diagram</vt:lpstr>
      <vt:lpstr>Driver Use Case</vt:lpstr>
      <vt:lpstr>Police Use Case</vt:lpstr>
      <vt:lpstr>Emergency Service Use Case</vt:lpstr>
      <vt:lpstr>Admin Use Case</vt:lpstr>
      <vt:lpstr>Hacker Misuse Case</vt:lpstr>
      <vt:lpstr>Malicious Driver Misuse Case</vt:lpstr>
      <vt:lpstr>Unauthorized User Misuse Case</vt:lpstr>
      <vt:lpstr>Report Incident Sequence Diagram</vt:lpstr>
      <vt:lpstr>Assess &amp; Dispatch Sequence Diagram</vt:lpstr>
      <vt:lpstr>Class Diagram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Safety Mobile Application</dc:title>
  <dc:subject/>
  <dc:creator/>
  <cp:keywords/>
  <dc:description>generated using python-pptx</dc:description>
  <cp:lastModifiedBy>Aly Othman</cp:lastModifiedBy>
  <cp:revision>2</cp:revision>
  <dcterms:created xsi:type="dcterms:W3CDTF">2013-01-27T09:14:16Z</dcterms:created>
  <dcterms:modified xsi:type="dcterms:W3CDTF">2026-05-05T03:17:31Z</dcterms:modified>
  <cp:category/>
</cp:coreProperties>
</file>